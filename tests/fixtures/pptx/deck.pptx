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演讲提示：先演示统一标签页，再展示 Word 合同排版和 Excel 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1D2939"/>
                </a:solidFill>
                <a:latin typeface="微软雅黑"/>
              </a:rPr>
              <a:t>Mini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67085"/>
                </a:solidFill>
                <a:latin typeface="等线"/>
              </a:rPr>
              <a:t>轻量、离线优先的跨平台办公套件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2194560" cy="54864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D2939"/>
                </a:solidFill>
                <a:latin typeface="等线"/>
              </a:rPr>
              <a:t>统一打开 Word / Excel / PPT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2939"/>
                </a:solidFill>
                <a:latin typeface="等线"/>
              </a:rPr>
              <a:t>文档能力分级与安全保存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2939"/>
                </a:solidFill>
                <a:latin typeface="等线"/>
              </a:rPr>
              <a:t>中文合同排版与打印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微软雅黑"/>
              </a:rPr>
              <a:t>图片与形状</a:t>
            </a:r>
          </a:p>
        </p:txBody>
      </p:sp>
      <p:pic>
        <p:nvPicPr>
          <p:cNvPr id="3" name="Picture 2" descr="st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3108960" cy="2072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754880" y="1463040"/>
            <a:ext cx="5852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3478F6"/>
                </a:solidFill>
                <a:latin typeface="等线"/>
              </a:rPr>
              <a:t>静态高保真预览</a:t>
            </a:r>
          </a:p>
          <a:p>
            <a:r>
              <a:rPr sz="1600">
                <a:solidFill>
                  <a:srgbClr val="667085"/>
                </a:solidFill>
                <a:latin typeface="等线"/>
              </a:rPr>
              <a:t>形状、文本、图片与表格按原始坐标渲染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微软雅黑"/>
              </a:rPr>
              <a:t>表格与备注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等线"/>
                        </a:rPr>
                        <a:t>阶段</a:t>
                      </a:r>
                    </a:p>
                  </a:txBody>
                  <a:tcPr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等线"/>
                        </a:rPr>
                        <a:t>周期</a:t>
                      </a:r>
                    </a:p>
                  </a:txBody>
                  <a:tcPr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等线"/>
                        </a:rPr>
                        <a:t>交付</a:t>
                      </a:r>
                    </a:p>
                  </a:txBody>
                  <a:tcPr>
                    <a:solidFill>
                      <a:srgbClr val="3478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第 1-6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应用壳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第 7-12 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等线"/>
                        </a:rPr>
                        <a:t>Word 合同编辑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